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BD8441-093A-465B-B011-E79D9B803F31}" v="32" dt="2025-11-26T16:41:02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80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0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6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57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5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51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4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82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2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70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5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u="sng" dirty="0"/>
              <a:t>Automated Room Occupancy-Based Light and Fan Control System</a:t>
            </a:r>
            <a:endParaRPr lang="en-US" sz="2400" b="1" u="sng"/>
          </a:p>
          <a:p>
            <a:endParaRPr/>
          </a:p>
          <a:p>
            <a:r>
              <a:rPr dirty="0"/>
              <a:t>Team Members:</a:t>
            </a:r>
          </a:p>
          <a:p>
            <a:r>
              <a:rPr dirty="0" err="1"/>
              <a:t>K.A.P.R.Kaluarachchi</a:t>
            </a:r>
            <a:r>
              <a:rPr dirty="0"/>
              <a:t> (240313D)</a:t>
            </a:r>
          </a:p>
          <a:p>
            <a:r>
              <a:rPr dirty="0" err="1"/>
              <a:t>M.G.A.S.Karunananda</a:t>
            </a:r>
            <a:r>
              <a:rPr dirty="0"/>
              <a:t> (240325P)</a:t>
            </a:r>
          </a:p>
          <a:p>
            <a:r>
              <a:rPr dirty="0" err="1"/>
              <a:t>W.A.M.S.Karunarathne</a:t>
            </a:r>
            <a:r>
              <a:rPr dirty="0"/>
              <a:t> (240333M)</a:t>
            </a:r>
          </a:p>
          <a:p>
            <a:r>
              <a:rPr dirty="0" err="1"/>
              <a:t>R.R.Karunaratna</a:t>
            </a:r>
            <a:r>
              <a:rPr dirty="0"/>
              <a:t> (240334R)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Lights and fans are often left switched ON even when the room is empty.</a:t>
            </a:r>
          </a:p>
          <a:p>
            <a:r>
              <a:t>• This leads to unnecessary electricity wastage.</a:t>
            </a:r>
          </a:p>
          <a:p>
            <a:r>
              <a:t>• Manual switching is unreliable in shared spaces.</a:t>
            </a:r>
          </a:p>
          <a:p>
            <a:endParaRPr/>
          </a:p>
          <a:p>
            <a:r>
              <a:t>Goal: Create a system that turns appliances ON only when people enter and OFF when nobody is inside.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main objectives were:</a:t>
            </a:r>
          </a:p>
          <a:p>
            <a:r>
              <a:t>• Detect humans automatically using YOLO.</a:t>
            </a:r>
          </a:p>
          <a:p>
            <a:r>
              <a:t>• Track their movement direction (IN or OUT).</a:t>
            </a:r>
          </a:p>
          <a:p>
            <a:r>
              <a:t>• Maintain an accurate occupancy count.</a:t>
            </a:r>
          </a:p>
          <a:p>
            <a:r>
              <a:t>• Control lights and fans based on this count.</a:t>
            </a:r>
          </a:p>
          <a:p>
            <a:r>
              <a:t>• Reduce energy waste through smart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consists of:</a:t>
            </a:r>
          </a:p>
          <a:p>
            <a:r>
              <a:t>• Raspberry Pi as the main controller.</a:t>
            </a:r>
          </a:p>
          <a:p>
            <a:r>
              <a:t>• Ultrasonic sensors to detect approaching people.</a:t>
            </a:r>
          </a:p>
          <a:p>
            <a:r>
              <a:t>• Camera activated only when sensors detect motion.</a:t>
            </a:r>
          </a:p>
          <a:p>
            <a:r>
              <a:t>• YOLO model to detect persons inside video frames.</a:t>
            </a:r>
          </a:p>
          <a:p>
            <a:r>
              <a:t>• Relay module to switch lights and fan ON/OFF.</a:t>
            </a:r>
          </a:p>
          <a:p>
            <a:endParaRPr/>
          </a:p>
          <a:p>
            <a:r>
              <a:t>The Pi processes a short video using one CPU core to determine entry or exit.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&amp;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Ultrasonic sensors first detect movement near the door.</a:t>
            </a:r>
          </a:p>
          <a:p>
            <a:r>
              <a:t>2. Raspberry Pi activates the camera and records a short video.</a:t>
            </a:r>
          </a:p>
          <a:p>
            <a:r>
              <a:t>3. YOLO detects persons in selected frames.</a:t>
            </a:r>
          </a:p>
          <a:p>
            <a:r>
              <a:t>4. The camera view is divided into IN and OUT zones.</a:t>
            </a:r>
          </a:p>
          <a:p>
            <a:r>
              <a:t>5. The system tracks the person’s centroid across these zones:</a:t>
            </a:r>
          </a:p>
          <a:p>
            <a:r>
              <a:t>   • OUT → IN = Entry (+1)</a:t>
            </a:r>
          </a:p>
          <a:p>
            <a:r>
              <a:t>   • IN → OUT = Exit (–1, not below zero)</a:t>
            </a:r>
          </a:p>
          <a:p>
            <a:r>
              <a:t>6. Only essential frames are processed to reduce CPU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system maintains an integer 'occupancy_count'.</a:t>
            </a:r>
          </a:p>
          <a:p>
            <a:r>
              <a:t>• When occupancy_count changes from 0 → 1:</a:t>
            </a:r>
          </a:p>
          <a:p>
            <a:r>
              <a:t>   → Relay turns ON lights and fan.</a:t>
            </a:r>
          </a:p>
          <a:p>
            <a:r>
              <a:t>• When occupancy_count changes from 1 → 0:</a:t>
            </a:r>
          </a:p>
          <a:p>
            <a:r>
              <a:t>   → Relay turns OFF all appliances.</a:t>
            </a:r>
          </a:p>
          <a:p>
            <a:endParaRPr/>
          </a:p>
          <a:p>
            <a:r>
              <a:t>This ensures appliances operate only when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system worked reliably under normal lighting conditions.</a:t>
            </a:r>
          </a:p>
          <a:p>
            <a:r>
              <a:t>• Entry and exit detection achieved over 85% accuracy.</a:t>
            </a:r>
          </a:p>
          <a:p>
            <a:r>
              <a:t>• Relay switching was instantaneous and stable.</a:t>
            </a:r>
          </a:p>
          <a:p>
            <a:r>
              <a:t>• Ultrasonic-triggered camera activation reduced processing load.</a:t>
            </a:r>
          </a:p>
          <a:p>
            <a:r>
              <a:t>• Minor issues occurred when multiple people crossed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multi-person tracking (SORT/DeepSORT) to reduce miscounts.</a:t>
            </a:r>
          </a:p>
          <a:p>
            <a:r>
              <a:t>• Use optimized YOLO models for faster detection.</a:t>
            </a:r>
          </a:p>
          <a:p>
            <a:r>
              <a:t>• Add PIR/thermal sensors for better low-light performance.</a:t>
            </a:r>
          </a:p>
          <a:p>
            <a:r>
              <a:t>• Add IR break-beam sensors for more precise doorway detection.</a:t>
            </a:r>
          </a:p>
          <a:p>
            <a:r>
              <a:t>• Implement mobile app monitoring.</a:t>
            </a:r>
          </a:p>
          <a:p>
            <a:r>
              <a:t>• Use Coral TPU for real-time high-speed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Frame</vt:lpstr>
      <vt:lpstr>PowerPoint Presentation</vt:lpstr>
      <vt:lpstr>Problem Addressed</vt:lpstr>
      <vt:lpstr>Objective</vt:lpstr>
      <vt:lpstr>System Overview</vt:lpstr>
      <vt:lpstr>Detection &amp; Tracking</vt:lpstr>
      <vt:lpstr>Control Logic</vt:lpstr>
      <vt:lpstr>Final Outcome &amp; Evaluation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17</cp:revision>
  <dcterms:created xsi:type="dcterms:W3CDTF">2013-01-27T09:14:16Z</dcterms:created>
  <dcterms:modified xsi:type="dcterms:W3CDTF">2025-11-26T16:42:19Z</dcterms:modified>
  <cp:category/>
</cp:coreProperties>
</file>